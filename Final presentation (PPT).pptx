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362200"/>
            <a:ext cx="7467600" cy="4495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1" i="1" dirty="0" smtClean="0">
                <a:solidFill>
                  <a:schemeClr val="tx1"/>
                </a:solidFill>
              </a:rPr>
              <a:t>        </a:t>
            </a:r>
          </a:p>
          <a:p>
            <a:pPr algn="l"/>
            <a:endParaRPr lang="en-US" sz="2800" b="1" i="1" dirty="0">
              <a:solidFill>
                <a:schemeClr val="tx1"/>
              </a:solidFill>
            </a:endParaRPr>
          </a:p>
          <a:p>
            <a:pPr algn="l"/>
            <a:r>
              <a:rPr lang="en-US" sz="2800" b="1" i="1" dirty="0" smtClean="0">
                <a:solidFill>
                  <a:schemeClr val="tx1"/>
                </a:solidFill>
              </a:rPr>
              <a:t>Real-time </a:t>
            </a:r>
            <a:r>
              <a:rPr lang="en-US" sz="2800" b="1" i="1" dirty="0">
                <a:solidFill>
                  <a:schemeClr val="tx1"/>
                </a:solidFill>
              </a:rPr>
              <a:t>Anomaly Detection and Threat </a:t>
            </a:r>
            <a:r>
              <a:rPr lang="en-US" sz="2800" b="1" i="1" dirty="0" smtClean="0">
                <a:solidFill>
                  <a:schemeClr val="tx1"/>
                </a:solidFill>
              </a:rPr>
              <a:t>Hunting</a:t>
            </a:r>
          </a:p>
          <a:p>
            <a:pPr algn="l"/>
            <a:endParaRPr lang="en-US" sz="2800" b="1" i="1" dirty="0">
              <a:solidFill>
                <a:schemeClr val="tx1"/>
              </a:solidFill>
            </a:endParaRPr>
          </a:p>
          <a:p>
            <a:pPr algn="l"/>
            <a:endParaRPr lang="en-US" sz="2800" b="1" i="1" dirty="0">
              <a:solidFill>
                <a:schemeClr val="tx1"/>
              </a:solidFill>
            </a:endParaRPr>
          </a:p>
          <a:p>
            <a:pPr algn="l"/>
            <a:endParaRPr lang="en-US" sz="2800" b="1" i="1" dirty="0" smtClean="0">
              <a:solidFill>
                <a:schemeClr val="tx1"/>
              </a:solidFill>
            </a:endParaRPr>
          </a:p>
          <a:p>
            <a:pPr algn="l"/>
            <a:r>
              <a:rPr lang="en-US" sz="2800" b="1" i="1" dirty="0" smtClean="0">
                <a:solidFill>
                  <a:schemeClr val="tx1"/>
                </a:solidFill>
              </a:rPr>
              <a:t>Presenter : Kamesh Sarode</a:t>
            </a:r>
          </a:p>
          <a:p>
            <a:pPr algn="l"/>
            <a:r>
              <a:rPr lang="en-US" sz="2800" b="1" i="1" dirty="0" smtClean="0">
                <a:solidFill>
                  <a:schemeClr val="tx1"/>
                </a:solidFill>
              </a:rPr>
              <a:t>Date : April 20, 2026.</a:t>
            </a:r>
            <a:endParaRPr lang="en-US" sz="2800" b="1" i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7772400" cy="2209800"/>
          </a:xfrm>
        </p:spPr>
        <p:txBody>
          <a:bodyPr>
            <a:normAutofit/>
          </a:bodyPr>
          <a:lstStyle/>
          <a:p>
            <a:r>
              <a:rPr lang="en-US" sz="36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Windows Service &amp; </a:t>
            </a:r>
            <a:r>
              <a:rPr lang="en-US" sz="3600" dirty="0" smtClean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/>
            </a:r>
            <a:br>
              <a:rPr lang="en-US" sz="3600" dirty="0" smtClean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</a:br>
            <a:r>
              <a:rPr lang="en-US" sz="3600" dirty="0" smtClean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Process </a:t>
            </a:r>
            <a:r>
              <a:rPr lang="en-US" sz="36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</a:rPr>
              <a:t>Monitoring Agent</a:t>
            </a:r>
          </a:p>
        </p:txBody>
      </p:sp>
    </p:spTree>
    <p:extLst>
      <p:ext uri="{BB962C8B-B14F-4D97-AF65-F5344CB8AC3E}">
        <p14:creationId xmlns:p14="http://schemas.microsoft.com/office/powerpoint/2010/main" val="314814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/>
              <a:t>The Problem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The Threat:</a:t>
            </a:r>
            <a:r>
              <a:rPr lang="en-US" sz="2800" dirty="0"/>
              <a:t> 90% of persistence mechanisms involve Windows Services or Registry startup keys.</a:t>
            </a:r>
          </a:p>
          <a:p>
            <a:r>
              <a:rPr lang="en-US" sz="2800" b="1" dirty="0"/>
              <a:t>Gaps:</a:t>
            </a:r>
            <a:r>
              <a:rPr lang="en-US" sz="2800" dirty="0"/>
              <a:t> Standard Task Managers do not show process lineage (Who spawned whom?).</a:t>
            </a:r>
          </a:p>
          <a:p>
            <a:r>
              <a:rPr lang="en-US" sz="2800" b="1" dirty="0"/>
              <a:t>Impact:</a:t>
            </a:r>
            <a:r>
              <a:rPr lang="en-US" sz="2800" dirty="0"/>
              <a:t> Malware like </a:t>
            </a:r>
            <a:r>
              <a:rPr lang="en-US" sz="2800" dirty="0" err="1"/>
              <a:t>Emotet</a:t>
            </a:r>
            <a:r>
              <a:rPr lang="en-US" sz="2800" dirty="0"/>
              <a:t> or </a:t>
            </a:r>
            <a:r>
              <a:rPr lang="en-US" sz="2800" dirty="0" err="1"/>
              <a:t>Ryuk</a:t>
            </a:r>
            <a:r>
              <a:rPr lang="en-US" sz="2800" dirty="0"/>
              <a:t> often hides by mimicking legitimate service names.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1397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Visibility:</a:t>
            </a:r>
            <a:r>
              <a:rPr lang="en-US" sz="2800" dirty="0"/>
              <a:t> Real-time tracking of Process Lineage (PID/PPID).</a:t>
            </a:r>
          </a:p>
          <a:p>
            <a:r>
              <a:rPr lang="en-US" sz="2800" b="1" dirty="0"/>
              <a:t>Integrity:</a:t>
            </a:r>
            <a:r>
              <a:rPr lang="en-US" sz="2800" dirty="0"/>
              <a:t> Auditing startup services for unauthorized modifications.</a:t>
            </a:r>
          </a:p>
          <a:p>
            <a:r>
              <a:rPr lang="en-US" sz="2800" b="1" dirty="0"/>
              <a:t>Intelligence:</a:t>
            </a:r>
            <a:r>
              <a:rPr lang="en-US" sz="2800" dirty="0"/>
              <a:t> Rule-based alerting for "Living off the Land" attacks.</a:t>
            </a:r>
          </a:p>
        </p:txBody>
      </p:sp>
    </p:spTree>
    <p:extLst>
      <p:ext uri="{BB962C8B-B14F-4D97-AF65-F5344CB8AC3E}">
        <p14:creationId xmlns:p14="http://schemas.microsoft.com/office/powerpoint/2010/main" val="272533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Data Layer:</a:t>
            </a:r>
            <a:r>
              <a:rPr lang="en-US" sz="2800" dirty="0"/>
              <a:t> Utilizes </a:t>
            </a:r>
            <a:r>
              <a:rPr lang="en-US" sz="2800" dirty="0" err="1"/>
              <a:t>psutil</a:t>
            </a:r>
            <a:r>
              <a:rPr lang="en-US" sz="2800" dirty="0"/>
              <a:t> and WMI to poll system state.</a:t>
            </a:r>
          </a:p>
          <a:p>
            <a:r>
              <a:rPr lang="en-US" sz="2800" b="1" dirty="0"/>
              <a:t>Analysis Layer:</a:t>
            </a:r>
            <a:r>
              <a:rPr lang="en-US" sz="2800" dirty="0"/>
              <a:t> Compares active state against whitelists and behavioral rules.</a:t>
            </a:r>
          </a:p>
          <a:p>
            <a:r>
              <a:rPr lang="en-US" sz="2800" b="1" dirty="0"/>
              <a:t>Output Layer:</a:t>
            </a:r>
            <a:r>
              <a:rPr lang="en-US" sz="2800" dirty="0"/>
              <a:t> Generates structured logs and high-priority alerts for SOC analysts.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281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/>
              <a:t>Key Detection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Scenario A:</a:t>
            </a:r>
            <a:r>
              <a:rPr lang="en-US" sz="2800" dirty="0"/>
              <a:t> Word Document spawns a PowerShell script (Phishing).</a:t>
            </a:r>
          </a:p>
          <a:p>
            <a:r>
              <a:rPr lang="en-US" sz="2800" b="1" dirty="0"/>
              <a:t>Scenario B:</a:t>
            </a:r>
            <a:r>
              <a:rPr lang="en-US" sz="2800" dirty="0"/>
              <a:t> A service is registered with no digital signature.</a:t>
            </a:r>
          </a:p>
          <a:p>
            <a:r>
              <a:rPr lang="en-US" sz="2800" b="1" dirty="0"/>
              <a:t>Scenario C:</a:t>
            </a:r>
            <a:r>
              <a:rPr lang="en-US" sz="2800" dirty="0"/>
              <a:t> svchost.exe running from a non-system folder (Trojan).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47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/>
              <a:t>Demonstration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/>
              <a:t>Screenshot Placeholder:</a:t>
            </a:r>
            <a:r>
              <a:rPr lang="en-US" sz="2800" dirty="0"/>
              <a:t> Showing the Python agent detecting a manual spawn of cmd.exe from a temp folder.</a:t>
            </a:r>
          </a:p>
          <a:p>
            <a:r>
              <a:rPr lang="en-US" sz="2800" i="1" dirty="0"/>
              <a:t>Log Output:</a:t>
            </a:r>
            <a:r>
              <a:rPr lang="en-US" sz="2800" dirty="0"/>
              <a:t> Showing </a:t>
            </a:r>
            <a:r>
              <a:rPr lang="en-US" sz="2800" dirty="0" err="1"/>
              <a:t>timestamped</a:t>
            </a:r>
            <a:r>
              <a:rPr lang="en-US" sz="2800" dirty="0"/>
              <a:t> entries of newly discovered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7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95400"/>
          </a:xfrm>
        </p:spPr>
        <p:txBody>
          <a:bodyPr>
            <a:normAutofit/>
          </a:bodyPr>
          <a:lstStyle/>
          <a:p>
            <a:r>
              <a:rPr lang="en-US" sz="3600" b="1" i="1" u="sng" dirty="0"/>
              <a:t>Learning </a:t>
            </a:r>
            <a:r>
              <a:rPr lang="en-US" sz="3600" b="1" i="1" u="sng" dirty="0" smtClean="0"/>
              <a:t>Outcomes</a:t>
            </a:r>
            <a:endParaRPr lang="en-US" sz="3600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Deep understanding of </a:t>
            </a:r>
            <a:r>
              <a:rPr lang="en-US" sz="2800" b="1" dirty="0"/>
              <a:t>Windows Internals</a:t>
            </a:r>
            <a:r>
              <a:rPr lang="en-US" sz="2800" dirty="0"/>
              <a:t>.</a:t>
            </a:r>
          </a:p>
          <a:p>
            <a:r>
              <a:rPr lang="en-US" sz="2800" dirty="0"/>
              <a:t>Practical experience in </a:t>
            </a:r>
            <a:r>
              <a:rPr lang="en-US" sz="2800" b="1" dirty="0"/>
              <a:t>Defensive Security Engineering</a:t>
            </a:r>
            <a:r>
              <a:rPr lang="en-US" sz="2800" dirty="0"/>
              <a:t>.</a:t>
            </a:r>
          </a:p>
          <a:p>
            <a:r>
              <a:rPr lang="en-US" sz="2800" dirty="0"/>
              <a:t>Automation of </a:t>
            </a:r>
            <a:r>
              <a:rPr lang="en-US" sz="2800" b="1" dirty="0"/>
              <a:t>Blue Team</a:t>
            </a:r>
            <a:r>
              <a:rPr lang="en-US" sz="2800" dirty="0"/>
              <a:t> monitoring tasks.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373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u="sng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Summary</a:t>
            </a:r>
            <a:r>
              <a:rPr lang="en-US" sz="2800" b="1" dirty="0"/>
              <a:t>:</a:t>
            </a:r>
            <a:r>
              <a:rPr lang="en-US" sz="2800" dirty="0"/>
              <a:t> The agent successfully identifies common persistence and execution techniques.</a:t>
            </a:r>
          </a:p>
          <a:p>
            <a:r>
              <a:rPr lang="en-US" sz="2800" b="1" dirty="0"/>
              <a:t>Future:</a:t>
            </a:r>
            <a:r>
              <a:rPr lang="en-US" sz="2800" dirty="0"/>
              <a:t> Integration with ELK Stack (</a:t>
            </a:r>
            <a:r>
              <a:rPr lang="en-US" sz="2800" dirty="0" err="1"/>
              <a:t>Elasticsearch</a:t>
            </a:r>
            <a:r>
              <a:rPr lang="en-US" sz="2800" dirty="0"/>
              <a:t>, </a:t>
            </a:r>
            <a:r>
              <a:rPr lang="en-US" sz="2800" dirty="0" err="1"/>
              <a:t>Logstash</a:t>
            </a:r>
            <a:r>
              <a:rPr lang="en-US" sz="2800" dirty="0"/>
              <a:t>, </a:t>
            </a:r>
            <a:r>
              <a:rPr lang="en-US" sz="2800" dirty="0" err="1"/>
              <a:t>Kibana</a:t>
            </a:r>
            <a:r>
              <a:rPr lang="en-US" sz="2800" dirty="0"/>
              <a:t>) for centralized visualization and automated process termination.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40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19</TotalTime>
  <Words>273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Apothecary</vt:lpstr>
      <vt:lpstr>Windows Service &amp;  Process Monitoring Agent</vt:lpstr>
      <vt:lpstr>The Problem Space</vt:lpstr>
      <vt:lpstr>Project Objectives</vt:lpstr>
      <vt:lpstr>System Architecture</vt:lpstr>
      <vt:lpstr>Key Detection Scenarios</vt:lpstr>
      <vt:lpstr>Demonstration / Results</vt:lpstr>
      <vt:lpstr>Learning Outcomes</vt:lpstr>
      <vt:lpstr>Conclusion &amp; Future Scope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Service &amp;  Process Monitoring Agent</dc:title>
  <dc:creator>admin</dc:creator>
  <cp:lastModifiedBy>Windows User</cp:lastModifiedBy>
  <cp:revision>5</cp:revision>
  <dcterms:created xsi:type="dcterms:W3CDTF">2006-08-16T00:00:00Z</dcterms:created>
  <dcterms:modified xsi:type="dcterms:W3CDTF">2026-04-20T10:30:12Z</dcterms:modified>
</cp:coreProperties>
</file>